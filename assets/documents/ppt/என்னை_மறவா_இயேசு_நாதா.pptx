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07297" y="506327"/>
            <a:ext cx="1020700" cy="2200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12363" y="373392"/>
            <a:ext cx="1157477" cy="56158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87139" y="373392"/>
            <a:ext cx="1189482" cy="56158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93919" y="373392"/>
            <a:ext cx="1026413" cy="5615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3138" y="459740"/>
            <a:ext cx="35737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solidFill>
                  <a:srgbClr val="4471C4"/>
                </a:solidFill>
                <a:latin typeface="Nirmala UI"/>
                <a:cs typeface="Nirmala UI"/>
              </a:rPr>
              <a:t>என்னன</a:t>
            </a:r>
            <a:r>
              <a:rPr dirty="0" sz="1800" spc="-15">
                <a:solidFill>
                  <a:srgbClr val="4471C4"/>
                </a:solidFill>
                <a:latin typeface="Nirmala UI"/>
                <a:cs typeface="Nirmala UI"/>
              </a:rPr>
              <a:t> </a:t>
            </a:r>
            <a:r>
              <a:rPr dirty="0" sz="1800">
                <a:solidFill>
                  <a:srgbClr val="4471C4"/>
                </a:solidFill>
                <a:latin typeface="Nirmala UI"/>
                <a:cs typeface="Nirmala UI"/>
              </a:rPr>
              <a:t>மறவா</a:t>
            </a:r>
            <a:r>
              <a:rPr dirty="0" sz="1800" spc="-10">
                <a:solidFill>
                  <a:srgbClr val="4471C4"/>
                </a:solidFill>
                <a:latin typeface="Nirmala UI"/>
                <a:cs typeface="Nirmala UI"/>
              </a:rPr>
              <a:t> </a:t>
            </a:r>
            <a:r>
              <a:rPr dirty="0" sz="1800">
                <a:solidFill>
                  <a:srgbClr val="4471C4"/>
                </a:solidFill>
                <a:latin typeface="Nirmala UI"/>
                <a:cs typeface="Nirmala UI"/>
              </a:rPr>
              <a:t>இயேசு</a:t>
            </a:r>
            <a:r>
              <a:rPr dirty="0" sz="1800" spc="-10">
                <a:solidFill>
                  <a:srgbClr val="4471C4"/>
                </a:solidFill>
                <a:latin typeface="Nirmala UI"/>
                <a:cs typeface="Nirmala UI"/>
              </a:rPr>
              <a:t> </a:t>
            </a:r>
            <a:r>
              <a:rPr dirty="0" sz="1800" spc="-20">
                <a:solidFill>
                  <a:srgbClr val="4471C4"/>
                </a:solidFill>
                <a:latin typeface="Nirmala UI"/>
                <a:cs typeface="Nirmala UI"/>
              </a:rPr>
              <a:t>நாதா</a:t>
            </a:r>
            <a:endParaRPr sz="1800">
              <a:latin typeface="Nirmala UI"/>
              <a:cs typeface="Nirmala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316" y="339343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036" y="1548129"/>
            <a:ext cx="6096000" cy="6880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மறவா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இயேசு </a:t>
            </a:r>
            <a:r>
              <a:rPr dirty="0" sz="1200" spc="-20">
                <a:latin typeface="Nirmala UI"/>
                <a:cs typeface="Nirmala UI"/>
              </a:rPr>
              <a:t>நாதா</a:t>
            </a:r>
            <a:r>
              <a:rPr dirty="0" sz="1200" spc="10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உந்தன்</a:t>
            </a:r>
            <a:r>
              <a:rPr dirty="0" sz="1200">
                <a:latin typeface="Nirmala UI"/>
                <a:cs typeface="Nirmala UI"/>
              </a:rPr>
              <a:t> தேவால் </a:t>
            </a: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>
                <a:latin typeface="Nirmala UI"/>
                <a:cs typeface="Nirmala UI"/>
              </a:rPr>
              <a:t> </a:t>
            </a:r>
            <a:r>
              <a:rPr dirty="0" sz="1200" spc="114">
                <a:latin typeface="Nirmala UI"/>
                <a:cs typeface="Nirmala UI"/>
              </a:rPr>
              <a:t>நடத்Fம்</a:t>
            </a:r>
            <a:endParaRPr sz="1200">
              <a:latin typeface="Nirmala UI"/>
              <a:cs typeface="Nirmala UI"/>
            </a:endParaRPr>
          </a:p>
          <a:p>
            <a:pPr algn="just" marL="12700">
              <a:lnSpc>
                <a:spcPct val="100000"/>
              </a:lnSpc>
              <a:spcBef>
                <a:spcPts val="1210"/>
              </a:spcBef>
            </a:pP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மறவா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இயேசு </a:t>
            </a:r>
            <a:r>
              <a:rPr dirty="0" sz="1200" spc="-20">
                <a:latin typeface="Nirmala UI"/>
                <a:cs typeface="Nirmala UI"/>
              </a:rPr>
              <a:t>நாதா</a:t>
            </a:r>
            <a:r>
              <a:rPr dirty="0" sz="1200" spc="10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உந்தன்</a:t>
            </a:r>
            <a:r>
              <a:rPr dirty="0" sz="1200">
                <a:latin typeface="Nirmala UI"/>
                <a:cs typeface="Nirmala UI"/>
              </a:rPr>
              <a:t> தேவால் </a:t>
            </a: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>
                <a:latin typeface="Nirmala UI"/>
                <a:cs typeface="Nirmala UI"/>
              </a:rPr>
              <a:t> </a:t>
            </a:r>
            <a:r>
              <a:rPr dirty="0" sz="1200" spc="114">
                <a:latin typeface="Nirmala UI"/>
                <a:cs typeface="Nirmala UI"/>
              </a:rPr>
              <a:t>நடத்Fம்</a:t>
            </a:r>
            <a:endParaRPr sz="120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Music.....</a:t>
            </a:r>
            <a:endParaRPr sz="1200">
              <a:latin typeface="Calibri"/>
              <a:cs typeface="Calibri"/>
            </a:endParaRPr>
          </a:p>
          <a:p>
            <a:pPr algn="just" marL="12700" marR="58419">
              <a:lnSpc>
                <a:spcPct val="183800"/>
              </a:lnSpc>
              <a:spcBef>
                <a:spcPts val="5"/>
              </a:spcBef>
            </a:pPr>
            <a:r>
              <a:rPr dirty="0" sz="1200">
                <a:latin typeface="Nirmala UI"/>
                <a:cs typeface="Nirmala UI"/>
              </a:rPr>
              <a:t>வல்ல</a:t>
            </a:r>
            <a:r>
              <a:rPr dirty="0" sz="1200" spc="-4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ஜீவ</a:t>
            </a:r>
            <a:r>
              <a:rPr dirty="0" sz="1200" spc="-3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வாக்குத்தத்தங்கள்</a:t>
            </a:r>
            <a:r>
              <a:rPr dirty="0" sz="1200" spc="-20">
                <a:latin typeface="Nirmala UI"/>
                <a:cs typeface="Nirmala UI"/>
              </a:rPr>
              <a:t> </a:t>
            </a:r>
            <a:r>
              <a:rPr dirty="0" sz="1200" spc="-45">
                <a:latin typeface="Nirmala UI"/>
                <a:cs typeface="Nirmala UI"/>
              </a:rPr>
              <a:t>வனைந்ததனக்காே்</a:t>
            </a:r>
            <a:r>
              <a:rPr dirty="0" sz="1200" spc="-30">
                <a:latin typeface="Nirmala UI"/>
                <a:cs typeface="Nirmala UI"/>
              </a:rPr>
              <a:t> </a:t>
            </a:r>
            <a:r>
              <a:rPr dirty="0" sz="1200" spc="-60">
                <a:latin typeface="Nirmala UI"/>
                <a:cs typeface="Nirmala UI"/>
              </a:rPr>
              <a:t>ஈந்ததாயல</a:t>
            </a:r>
            <a:r>
              <a:rPr dirty="0" sz="1200" spc="-25">
                <a:latin typeface="Nirmala UI"/>
                <a:cs typeface="Nirmala UI"/>
              </a:rPr>
              <a:t> </a:t>
            </a:r>
            <a:r>
              <a:rPr dirty="0" sz="1200" spc="-100">
                <a:latin typeface="Nirmala UI"/>
                <a:cs typeface="Nirmala UI"/>
              </a:rPr>
              <a:t>ஸ்யதாத்திைம் </a:t>
            </a:r>
            <a:r>
              <a:rPr dirty="0" sz="1200">
                <a:latin typeface="Nirmala UI"/>
                <a:cs typeface="Nirmala UI"/>
              </a:rPr>
              <a:t>வல்ல</a:t>
            </a:r>
            <a:r>
              <a:rPr dirty="0" sz="1200" spc="-4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ஜீவ</a:t>
            </a:r>
            <a:r>
              <a:rPr dirty="0" sz="1200" spc="-3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வாக்குத்தத்தங்கள்</a:t>
            </a:r>
            <a:r>
              <a:rPr dirty="0" sz="1200" spc="-20">
                <a:latin typeface="Nirmala UI"/>
                <a:cs typeface="Nirmala UI"/>
              </a:rPr>
              <a:t> </a:t>
            </a:r>
            <a:r>
              <a:rPr dirty="0" sz="1200" spc="-45">
                <a:latin typeface="Nirmala UI"/>
                <a:cs typeface="Nirmala UI"/>
              </a:rPr>
              <a:t>வனைந்ததனக்காே்</a:t>
            </a:r>
            <a:r>
              <a:rPr dirty="0" sz="1200" spc="-30">
                <a:latin typeface="Nirmala UI"/>
                <a:cs typeface="Nirmala UI"/>
              </a:rPr>
              <a:t> </a:t>
            </a:r>
            <a:r>
              <a:rPr dirty="0" sz="1200" spc="-60">
                <a:latin typeface="Nirmala UI"/>
                <a:cs typeface="Nirmala UI"/>
              </a:rPr>
              <a:t>ஈந்ததாயல</a:t>
            </a:r>
            <a:r>
              <a:rPr dirty="0" sz="1200" spc="-25">
                <a:latin typeface="Nirmala UI"/>
                <a:cs typeface="Nirmala UI"/>
              </a:rPr>
              <a:t> </a:t>
            </a:r>
            <a:r>
              <a:rPr dirty="0" sz="1200" spc="-100">
                <a:latin typeface="Nirmala UI"/>
                <a:cs typeface="Nirmala UI"/>
              </a:rPr>
              <a:t>ஸ்யதாத்திைம் </a:t>
            </a:r>
            <a:r>
              <a:rPr dirty="0" sz="1200" spc="-65">
                <a:latin typeface="Nirmala UI"/>
                <a:cs typeface="Nirmala UI"/>
              </a:rPr>
              <a:t>ஆபத்தியல</a:t>
            </a:r>
            <a:r>
              <a:rPr dirty="0" sz="1200" spc="-40">
                <a:latin typeface="Nirmala UI"/>
                <a:cs typeface="Nirmala UI"/>
              </a:rPr>
              <a:t> </a:t>
            </a:r>
            <a:r>
              <a:rPr dirty="0" sz="1200" spc="95">
                <a:latin typeface="Nirmala UI"/>
                <a:cs typeface="Nirmala UI"/>
              </a:rPr>
              <a:t>அரும்</a:t>
            </a:r>
            <a:r>
              <a:rPr dirty="0" sz="1200" spc="-40">
                <a:latin typeface="Nirmala UI"/>
                <a:cs typeface="Nirmala UI"/>
              </a:rPr>
              <a:t> </a:t>
            </a:r>
            <a:r>
              <a:rPr dirty="0" sz="1200" spc="235">
                <a:latin typeface="Nirmala UI"/>
                <a:cs typeface="Nirmala UI"/>
              </a:rPr>
              <a:t>Fனையே</a:t>
            </a:r>
            <a:r>
              <a:rPr dirty="0" sz="1200" spc="-30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பானதக்கு</a:t>
            </a:r>
            <a:r>
              <a:rPr dirty="0" sz="1200" spc="-3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நல்ல</a:t>
            </a:r>
            <a:r>
              <a:rPr dirty="0" sz="1200" spc="-35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தீபமியத</a:t>
            </a:r>
            <a:endParaRPr sz="1200">
              <a:latin typeface="Nirmala UI"/>
              <a:cs typeface="Nirmala UI"/>
            </a:endParaRPr>
          </a:p>
          <a:p>
            <a:pPr algn="just" marL="12700">
              <a:lnSpc>
                <a:spcPct val="100000"/>
              </a:lnSpc>
              <a:spcBef>
                <a:spcPts val="1215"/>
              </a:spcBef>
            </a:pPr>
            <a:r>
              <a:rPr dirty="0" sz="1200" spc="-65">
                <a:latin typeface="Nirmala UI"/>
                <a:cs typeface="Nirmala UI"/>
              </a:rPr>
              <a:t>ஆபத்தியல</a:t>
            </a:r>
            <a:r>
              <a:rPr dirty="0" sz="1200" spc="-40">
                <a:latin typeface="Nirmala UI"/>
                <a:cs typeface="Nirmala UI"/>
              </a:rPr>
              <a:t> </a:t>
            </a:r>
            <a:r>
              <a:rPr dirty="0" sz="1200" spc="95">
                <a:latin typeface="Nirmala UI"/>
                <a:cs typeface="Nirmala UI"/>
              </a:rPr>
              <a:t>அரும்</a:t>
            </a:r>
            <a:r>
              <a:rPr dirty="0" sz="1200" spc="-40">
                <a:latin typeface="Nirmala UI"/>
                <a:cs typeface="Nirmala UI"/>
              </a:rPr>
              <a:t> </a:t>
            </a:r>
            <a:r>
              <a:rPr dirty="0" sz="1200" spc="235">
                <a:latin typeface="Nirmala UI"/>
                <a:cs typeface="Nirmala UI"/>
              </a:rPr>
              <a:t>Fனையே</a:t>
            </a:r>
            <a:r>
              <a:rPr dirty="0" sz="1200" spc="-30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பானதக்கு</a:t>
            </a:r>
            <a:r>
              <a:rPr dirty="0" sz="1200" spc="-3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நல்ல</a:t>
            </a:r>
            <a:r>
              <a:rPr dirty="0" sz="1200" spc="-35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தீபமியத</a:t>
            </a:r>
            <a:endParaRPr sz="1200">
              <a:latin typeface="Nirmala UI"/>
              <a:cs typeface="Nirmala UI"/>
            </a:endParaRPr>
          </a:p>
          <a:p>
            <a:pPr algn="just" marL="12700">
              <a:lnSpc>
                <a:spcPct val="100000"/>
              </a:lnSpc>
              <a:spcBef>
                <a:spcPts val="1215"/>
              </a:spcBef>
            </a:pP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மறவா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இயேசு </a:t>
            </a:r>
            <a:r>
              <a:rPr dirty="0" sz="1200" spc="-20">
                <a:latin typeface="Nirmala UI"/>
                <a:cs typeface="Nirmala UI"/>
              </a:rPr>
              <a:t>நாதா</a:t>
            </a:r>
            <a:r>
              <a:rPr dirty="0" sz="1200" spc="10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உந்தன்</a:t>
            </a:r>
            <a:r>
              <a:rPr dirty="0" sz="1200">
                <a:latin typeface="Nirmala UI"/>
                <a:cs typeface="Nirmala UI"/>
              </a:rPr>
              <a:t> தேவால் </a:t>
            </a: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>
                <a:latin typeface="Nirmala UI"/>
                <a:cs typeface="Nirmala UI"/>
              </a:rPr>
              <a:t> </a:t>
            </a:r>
            <a:r>
              <a:rPr dirty="0" sz="1200" spc="114">
                <a:latin typeface="Nirmala UI"/>
                <a:cs typeface="Nirmala UI"/>
              </a:rPr>
              <a:t>நடத்Fம்</a:t>
            </a:r>
            <a:endParaRPr sz="120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 spc="-10">
                <a:latin typeface="Calibri"/>
                <a:cs typeface="Calibri"/>
              </a:rPr>
              <a:t>Music.....</a:t>
            </a:r>
            <a:endParaRPr sz="1200">
              <a:latin typeface="Calibri"/>
              <a:cs typeface="Calibri"/>
            </a:endParaRPr>
          </a:p>
          <a:p>
            <a:pPr marL="12700" marR="353695">
              <a:lnSpc>
                <a:spcPct val="184000"/>
              </a:lnSpc>
            </a:pPr>
            <a:r>
              <a:rPr dirty="0" sz="1200" spc="-10">
                <a:latin typeface="Nirmala UI"/>
                <a:cs typeface="Nirmala UI"/>
              </a:rPr>
              <a:t>பேப்படாயத</a:t>
            </a:r>
            <a:r>
              <a:rPr dirty="0" sz="1200">
                <a:latin typeface="Nirmala UI"/>
                <a:cs typeface="Nirmala UI"/>
              </a:rPr>
              <a:t> </a:t>
            </a:r>
            <a:r>
              <a:rPr dirty="0" sz="1200" spc="-110">
                <a:latin typeface="Nirmala UI"/>
                <a:cs typeface="Nirmala UI"/>
              </a:rPr>
              <a:t>வலக்கைத்தாயல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பாFகாப்யபன்</a:t>
            </a:r>
            <a:r>
              <a:rPr dirty="0" sz="1200" spc="10">
                <a:latin typeface="Nirmala UI"/>
                <a:cs typeface="Nirmala UI"/>
              </a:rPr>
              <a:t> </a:t>
            </a:r>
            <a:r>
              <a:rPr dirty="0" sz="1200" spc="-75">
                <a:latin typeface="Nirmala UI"/>
                <a:cs typeface="Nirmala UI"/>
              </a:rPr>
              <a:t>என்றதாயல</a:t>
            </a:r>
            <a:r>
              <a:rPr dirty="0" sz="1200" spc="-5">
                <a:latin typeface="Nirmala UI"/>
                <a:cs typeface="Nirmala UI"/>
              </a:rPr>
              <a:t> </a:t>
            </a:r>
            <a:r>
              <a:rPr dirty="0" sz="1200" spc="-100">
                <a:latin typeface="Nirmala UI"/>
                <a:cs typeface="Nirmala UI"/>
              </a:rPr>
              <a:t>ஸ்யதாத்திைம் </a:t>
            </a:r>
            <a:r>
              <a:rPr dirty="0" sz="1200" spc="-10">
                <a:latin typeface="Nirmala UI"/>
                <a:cs typeface="Nirmala UI"/>
              </a:rPr>
              <a:t>பேப்படாயத</a:t>
            </a:r>
            <a:r>
              <a:rPr dirty="0" sz="1200">
                <a:latin typeface="Nirmala UI"/>
                <a:cs typeface="Nirmala UI"/>
              </a:rPr>
              <a:t> </a:t>
            </a:r>
            <a:r>
              <a:rPr dirty="0" sz="1200" spc="-110">
                <a:latin typeface="Nirmala UI"/>
                <a:cs typeface="Nirmala UI"/>
              </a:rPr>
              <a:t>வலக்கைத்தாயல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பாFகாப்யபன்</a:t>
            </a:r>
            <a:r>
              <a:rPr dirty="0" sz="1200" spc="10">
                <a:latin typeface="Nirmala UI"/>
                <a:cs typeface="Nirmala UI"/>
              </a:rPr>
              <a:t> </a:t>
            </a:r>
            <a:r>
              <a:rPr dirty="0" sz="1200" spc="-75">
                <a:latin typeface="Nirmala UI"/>
                <a:cs typeface="Nirmala UI"/>
              </a:rPr>
              <a:t>என்றதாயல</a:t>
            </a:r>
            <a:r>
              <a:rPr dirty="0" sz="1200" spc="-5">
                <a:latin typeface="Nirmala UI"/>
                <a:cs typeface="Nirmala UI"/>
              </a:rPr>
              <a:t> </a:t>
            </a:r>
            <a:r>
              <a:rPr dirty="0" sz="1200" spc="-100">
                <a:latin typeface="Nirmala UI"/>
                <a:cs typeface="Nirmala UI"/>
              </a:rPr>
              <a:t>ஸ்யதாத்திைம் </a:t>
            </a:r>
            <a:r>
              <a:rPr dirty="0" sz="1200" spc="-30">
                <a:latin typeface="Nirmala UI"/>
                <a:cs typeface="Nirmala UI"/>
              </a:rPr>
              <a:t>பாசம்</a:t>
            </a:r>
            <a:r>
              <a:rPr dirty="0" sz="1200" spc="-40">
                <a:latin typeface="Nirmala UI"/>
                <a:cs typeface="Nirmala UI"/>
              </a:rPr>
              <a:t> </a:t>
            </a:r>
            <a:r>
              <a:rPr dirty="0" sz="1200" spc="-50">
                <a:latin typeface="Nirmala UI"/>
                <a:cs typeface="Nirmala UI"/>
              </a:rPr>
              <a:t>என்</a:t>
            </a:r>
            <a:r>
              <a:rPr dirty="0" sz="1200" spc="-45">
                <a:latin typeface="Nirmala UI"/>
                <a:cs typeface="Nirmala UI"/>
              </a:rPr>
              <a:t> </a:t>
            </a:r>
            <a:r>
              <a:rPr dirty="0" sz="1200" spc="-120">
                <a:latin typeface="Nirmala UI"/>
                <a:cs typeface="Nirmala UI"/>
              </a:rPr>
              <a:t>யமல்</a:t>
            </a:r>
            <a:r>
              <a:rPr dirty="0" sz="1200" spc="-45">
                <a:latin typeface="Nirmala UI"/>
                <a:cs typeface="Nirmala UI"/>
              </a:rPr>
              <a:t> </a:t>
            </a:r>
            <a:r>
              <a:rPr dirty="0" sz="1200" spc="-315">
                <a:latin typeface="Nirmala UI"/>
                <a:cs typeface="Nirmala UI"/>
              </a:rPr>
              <a:t>நீை்</a:t>
            </a:r>
            <a:r>
              <a:rPr dirty="0" sz="1200" spc="-50">
                <a:latin typeface="Nirmala UI"/>
                <a:cs typeface="Nirmala UI"/>
              </a:rPr>
              <a:t> </a:t>
            </a:r>
            <a:r>
              <a:rPr dirty="0" sz="1200" spc="-30">
                <a:latin typeface="Nirmala UI"/>
                <a:cs typeface="Nirmala UI"/>
              </a:rPr>
              <a:t>னவத்ததினால்</a:t>
            </a:r>
            <a:r>
              <a:rPr dirty="0" sz="1200" spc="-40">
                <a:latin typeface="Nirmala UI"/>
                <a:cs typeface="Nirmala UI"/>
              </a:rPr>
              <a:t> </a:t>
            </a:r>
            <a:r>
              <a:rPr dirty="0" sz="1200" spc="-25">
                <a:latin typeface="Nirmala UI"/>
                <a:cs typeface="Nirmala UI"/>
              </a:rPr>
              <a:t>பறிக்க</a:t>
            </a:r>
            <a:r>
              <a:rPr dirty="0" sz="1200" spc="-35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இேலாததவருதமன்னன </a:t>
            </a:r>
            <a:r>
              <a:rPr dirty="0" sz="1200" spc="-30">
                <a:latin typeface="Nirmala UI"/>
                <a:cs typeface="Nirmala UI"/>
              </a:rPr>
              <a:t>பாசம்</a:t>
            </a:r>
            <a:r>
              <a:rPr dirty="0" sz="1200" spc="-40">
                <a:latin typeface="Nirmala UI"/>
                <a:cs typeface="Nirmala UI"/>
              </a:rPr>
              <a:t> </a:t>
            </a:r>
            <a:r>
              <a:rPr dirty="0" sz="1200" spc="-50">
                <a:latin typeface="Nirmala UI"/>
                <a:cs typeface="Nirmala UI"/>
              </a:rPr>
              <a:t>என்</a:t>
            </a:r>
            <a:r>
              <a:rPr dirty="0" sz="1200" spc="-45">
                <a:latin typeface="Nirmala UI"/>
                <a:cs typeface="Nirmala UI"/>
              </a:rPr>
              <a:t> </a:t>
            </a:r>
            <a:r>
              <a:rPr dirty="0" sz="1200" spc="-120">
                <a:latin typeface="Nirmala UI"/>
                <a:cs typeface="Nirmala UI"/>
              </a:rPr>
              <a:t>யமல்</a:t>
            </a:r>
            <a:r>
              <a:rPr dirty="0" sz="1200" spc="-45">
                <a:latin typeface="Nirmala UI"/>
                <a:cs typeface="Nirmala UI"/>
              </a:rPr>
              <a:t> </a:t>
            </a:r>
            <a:r>
              <a:rPr dirty="0" sz="1200" spc="-315">
                <a:latin typeface="Nirmala UI"/>
                <a:cs typeface="Nirmala UI"/>
              </a:rPr>
              <a:t>நீை்</a:t>
            </a:r>
            <a:r>
              <a:rPr dirty="0" sz="1200" spc="-50">
                <a:latin typeface="Nirmala UI"/>
                <a:cs typeface="Nirmala UI"/>
              </a:rPr>
              <a:t> </a:t>
            </a:r>
            <a:r>
              <a:rPr dirty="0" sz="1200" spc="-30">
                <a:latin typeface="Nirmala UI"/>
                <a:cs typeface="Nirmala UI"/>
              </a:rPr>
              <a:t>னவத்ததினால்</a:t>
            </a:r>
            <a:r>
              <a:rPr dirty="0" sz="1200" spc="-40">
                <a:latin typeface="Nirmala UI"/>
                <a:cs typeface="Nirmala UI"/>
              </a:rPr>
              <a:t> </a:t>
            </a:r>
            <a:r>
              <a:rPr dirty="0" sz="1200" spc="-25">
                <a:latin typeface="Nirmala UI"/>
                <a:cs typeface="Nirmala UI"/>
              </a:rPr>
              <a:t>பறிக்க</a:t>
            </a:r>
            <a:r>
              <a:rPr dirty="0" sz="1200" spc="-35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இேலாததவருதமன்னன </a:t>
            </a: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மறவா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இயேசு </a:t>
            </a:r>
            <a:r>
              <a:rPr dirty="0" sz="1200" spc="-20">
                <a:latin typeface="Nirmala UI"/>
                <a:cs typeface="Nirmala UI"/>
              </a:rPr>
              <a:t>நாதா</a:t>
            </a:r>
            <a:r>
              <a:rPr dirty="0" sz="1200" spc="10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உந்தன்</a:t>
            </a:r>
            <a:r>
              <a:rPr dirty="0" sz="1200">
                <a:latin typeface="Nirmala UI"/>
                <a:cs typeface="Nirmala UI"/>
              </a:rPr>
              <a:t> தேவால் </a:t>
            </a: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>
                <a:latin typeface="Nirmala UI"/>
                <a:cs typeface="Nirmala UI"/>
              </a:rPr>
              <a:t> </a:t>
            </a:r>
            <a:r>
              <a:rPr dirty="0" sz="1200" spc="114">
                <a:latin typeface="Nirmala UI"/>
                <a:cs typeface="Nirmala UI"/>
              </a:rPr>
              <a:t>நடத்Fம்</a:t>
            </a:r>
            <a:endParaRPr sz="120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Music.....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83900"/>
              </a:lnSpc>
              <a:spcBef>
                <a:spcPts val="5"/>
              </a:spcBef>
            </a:pPr>
            <a:r>
              <a:rPr dirty="0" sz="1200" spc="-60">
                <a:latin typeface="Nirmala UI"/>
                <a:cs typeface="Nirmala UI"/>
              </a:rPr>
              <a:t>உனக்தகதிைாே்</a:t>
            </a:r>
            <a:r>
              <a:rPr dirty="0" sz="1200" spc="20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எழும்பும்</a:t>
            </a:r>
            <a:r>
              <a:rPr dirty="0" sz="1200" spc="2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ஆயுதம்</a:t>
            </a:r>
            <a:r>
              <a:rPr dirty="0" sz="1200" spc="30">
                <a:latin typeface="Nirmala UI"/>
                <a:cs typeface="Nirmala UI"/>
              </a:rPr>
              <a:t> </a:t>
            </a:r>
            <a:r>
              <a:rPr dirty="0" sz="1200" spc="-25">
                <a:latin typeface="Nirmala UI"/>
                <a:cs typeface="Nirmala UI"/>
              </a:rPr>
              <a:t>வாே்த்திடாயத</a:t>
            </a:r>
            <a:r>
              <a:rPr dirty="0" sz="1200" spc="30">
                <a:latin typeface="Nirmala UI"/>
                <a:cs typeface="Nirmala UI"/>
              </a:rPr>
              <a:t> </a:t>
            </a:r>
            <a:r>
              <a:rPr dirty="0" sz="1200" spc="-75">
                <a:latin typeface="Nirmala UI"/>
                <a:cs typeface="Nirmala UI"/>
              </a:rPr>
              <a:t>என்றதாயல</a:t>
            </a:r>
            <a:r>
              <a:rPr dirty="0" sz="1200" spc="25">
                <a:latin typeface="Nirmala UI"/>
                <a:cs typeface="Nirmala UI"/>
              </a:rPr>
              <a:t> </a:t>
            </a:r>
            <a:r>
              <a:rPr dirty="0" sz="1200" spc="-95">
                <a:latin typeface="Nirmala UI"/>
                <a:cs typeface="Nirmala UI"/>
              </a:rPr>
              <a:t>ஸ்யதாத்திைம் </a:t>
            </a:r>
            <a:r>
              <a:rPr dirty="0" sz="1200" spc="-60">
                <a:latin typeface="Nirmala UI"/>
                <a:cs typeface="Nirmala UI"/>
              </a:rPr>
              <a:t>உனக்தகதிைாே்</a:t>
            </a:r>
            <a:r>
              <a:rPr dirty="0" sz="1200" spc="20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எழும்பும்</a:t>
            </a:r>
            <a:r>
              <a:rPr dirty="0" sz="1200" spc="2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ஆயுதம்</a:t>
            </a:r>
            <a:r>
              <a:rPr dirty="0" sz="1200" spc="30">
                <a:latin typeface="Nirmala UI"/>
                <a:cs typeface="Nirmala UI"/>
              </a:rPr>
              <a:t> </a:t>
            </a:r>
            <a:r>
              <a:rPr dirty="0" sz="1200" spc="-25">
                <a:latin typeface="Nirmala UI"/>
                <a:cs typeface="Nirmala UI"/>
              </a:rPr>
              <a:t>வாே்த்திடாயத</a:t>
            </a:r>
            <a:r>
              <a:rPr dirty="0" sz="1200" spc="30">
                <a:latin typeface="Nirmala UI"/>
                <a:cs typeface="Nirmala UI"/>
              </a:rPr>
              <a:t> </a:t>
            </a:r>
            <a:r>
              <a:rPr dirty="0" sz="1200" spc="-75">
                <a:latin typeface="Nirmala UI"/>
                <a:cs typeface="Nirmala UI"/>
              </a:rPr>
              <a:t>என்றதாயல</a:t>
            </a:r>
            <a:r>
              <a:rPr dirty="0" sz="1200" spc="25">
                <a:latin typeface="Nirmala UI"/>
                <a:cs typeface="Nirmala UI"/>
              </a:rPr>
              <a:t> </a:t>
            </a:r>
            <a:r>
              <a:rPr dirty="0" sz="1200" spc="-95">
                <a:latin typeface="Nirmala UI"/>
                <a:cs typeface="Nirmala UI"/>
              </a:rPr>
              <a:t>ஸ்யதாத்திைம் </a:t>
            </a:r>
            <a:r>
              <a:rPr dirty="0" sz="1200" spc="-25">
                <a:latin typeface="Nirmala UI"/>
                <a:cs typeface="Nirmala UI"/>
              </a:rPr>
              <a:t>பறந்திடுயம</a:t>
            </a:r>
            <a:r>
              <a:rPr dirty="0" sz="1200" spc="-10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உம்</a:t>
            </a:r>
            <a:r>
              <a:rPr dirty="0" sz="1200" spc="-15">
                <a:latin typeface="Nirmala UI"/>
                <a:cs typeface="Nirmala UI"/>
              </a:rPr>
              <a:t> </a:t>
            </a:r>
            <a:r>
              <a:rPr dirty="0" sz="1200" spc="-60">
                <a:latin typeface="Nirmala UI"/>
                <a:cs typeface="Nirmala UI"/>
              </a:rPr>
              <a:t>நாமத்தியல</a:t>
            </a:r>
            <a:r>
              <a:rPr dirty="0" sz="1200" spc="-20">
                <a:latin typeface="Nirmala UI"/>
                <a:cs typeface="Nirmala UI"/>
              </a:rPr>
              <a:t> </a:t>
            </a:r>
            <a:r>
              <a:rPr dirty="0" sz="1200" spc="-254">
                <a:latin typeface="Nirmala UI"/>
                <a:cs typeface="Nirmala UI"/>
              </a:rPr>
              <a:t>பையன</a:t>
            </a:r>
            <a:r>
              <a:rPr dirty="0" sz="1200" spc="-2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எனக்காே்</a:t>
            </a:r>
            <a:r>
              <a:rPr dirty="0" sz="1200" spc="-15">
                <a:latin typeface="Nirmala UI"/>
                <a:cs typeface="Nirmala UI"/>
              </a:rPr>
              <a:t> </a:t>
            </a:r>
            <a:r>
              <a:rPr dirty="0" sz="1200" spc="105">
                <a:latin typeface="Nirmala UI"/>
                <a:cs typeface="Nirmala UI"/>
              </a:rPr>
              <a:t>தெேக்</a:t>
            </a:r>
            <a:r>
              <a:rPr dirty="0" sz="1200" spc="-15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தகாடியே </a:t>
            </a:r>
            <a:r>
              <a:rPr dirty="0" sz="1200" spc="-25">
                <a:latin typeface="Nirmala UI"/>
                <a:cs typeface="Nirmala UI"/>
              </a:rPr>
              <a:t>பறந்திடுயம</a:t>
            </a:r>
            <a:r>
              <a:rPr dirty="0" sz="1200" spc="-10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உம்</a:t>
            </a:r>
            <a:r>
              <a:rPr dirty="0" sz="1200" spc="-15">
                <a:latin typeface="Nirmala UI"/>
                <a:cs typeface="Nirmala UI"/>
              </a:rPr>
              <a:t> </a:t>
            </a:r>
            <a:r>
              <a:rPr dirty="0" sz="1200" spc="-60">
                <a:latin typeface="Nirmala UI"/>
                <a:cs typeface="Nirmala UI"/>
              </a:rPr>
              <a:t>நாமத்தியல</a:t>
            </a:r>
            <a:r>
              <a:rPr dirty="0" sz="1200" spc="-20">
                <a:latin typeface="Nirmala UI"/>
                <a:cs typeface="Nirmala UI"/>
              </a:rPr>
              <a:t> </a:t>
            </a:r>
            <a:r>
              <a:rPr dirty="0" sz="1200" spc="-254">
                <a:latin typeface="Nirmala UI"/>
                <a:cs typeface="Nirmala UI"/>
              </a:rPr>
              <a:t>பையன</a:t>
            </a:r>
            <a:r>
              <a:rPr dirty="0" sz="1200" spc="-2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எனக்காே்</a:t>
            </a:r>
            <a:r>
              <a:rPr dirty="0" sz="1200" spc="-15">
                <a:latin typeface="Nirmala UI"/>
                <a:cs typeface="Nirmala UI"/>
              </a:rPr>
              <a:t> </a:t>
            </a:r>
            <a:r>
              <a:rPr dirty="0" sz="1200" spc="105">
                <a:latin typeface="Nirmala UI"/>
                <a:cs typeface="Nirmala UI"/>
              </a:rPr>
              <a:t>தெேக்</a:t>
            </a:r>
            <a:r>
              <a:rPr dirty="0" sz="1200" spc="-15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தகாடியே</a:t>
            </a:r>
            <a:endParaRPr sz="1200">
              <a:latin typeface="Nirmala UI"/>
              <a:cs typeface="Nirmala UI"/>
            </a:endParaRPr>
          </a:p>
          <a:p>
            <a:pPr marL="12700" marR="883919">
              <a:lnSpc>
                <a:spcPts val="2660"/>
              </a:lnSpc>
              <a:spcBef>
                <a:spcPts val="85"/>
              </a:spcBef>
            </a:pP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மறவா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இயேசு </a:t>
            </a:r>
            <a:r>
              <a:rPr dirty="0" sz="1200" spc="-20">
                <a:latin typeface="Nirmala UI"/>
                <a:cs typeface="Nirmala UI"/>
              </a:rPr>
              <a:t>நாதா</a:t>
            </a:r>
            <a:r>
              <a:rPr dirty="0" sz="1200" spc="10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உந்தன்</a:t>
            </a:r>
            <a:r>
              <a:rPr dirty="0" sz="1200">
                <a:latin typeface="Nirmala UI"/>
                <a:cs typeface="Nirmala UI"/>
              </a:rPr>
              <a:t> தேவால் </a:t>
            </a: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>
                <a:latin typeface="Nirmala UI"/>
                <a:cs typeface="Nirmala UI"/>
              </a:rPr>
              <a:t> </a:t>
            </a:r>
            <a:r>
              <a:rPr dirty="0" sz="1200" spc="114">
                <a:latin typeface="Nirmala UI"/>
                <a:cs typeface="Nirmala UI"/>
              </a:rPr>
              <a:t>நடத்Fம் </a:t>
            </a: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மறவா</a:t>
            </a:r>
            <a:r>
              <a:rPr dirty="0" sz="1200" spc="5">
                <a:latin typeface="Nirmala UI"/>
                <a:cs typeface="Nirmala UI"/>
              </a:rPr>
              <a:t> </a:t>
            </a:r>
            <a:r>
              <a:rPr dirty="0" sz="1200">
                <a:latin typeface="Nirmala UI"/>
                <a:cs typeface="Nirmala UI"/>
              </a:rPr>
              <a:t>இயேசு </a:t>
            </a:r>
            <a:r>
              <a:rPr dirty="0" sz="1200" spc="-20">
                <a:latin typeface="Nirmala UI"/>
                <a:cs typeface="Nirmala UI"/>
              </a:rPr>
              <a:t>நாதா</a:t>
            </a:r>
            <a:r>
              <a:rPr dirty="0" sz="1200" spc="10">
                <a:latin typeface="Nirmala UI"/>
                <a:cs typeface="Nirmala UI"/>
              </a:rPr>
              <a:t> </a:t>
            </a:r>
            <a:r>
              <a:rPr dirty="0" sz="1200" spc="-10">
                <a:latin typeface="Nirmala UI"/>
                <a:cs typeface="Nirmala UI"/>
              </a:rPr>
              <a:t>உந்தன்</a:t>
            </a:r>
            <a:r>
              <a:rPr dirty="0" sz="1200">
                <a:latin typeface="Nirmala UI"/>
                <a:cs typeface="Nirmala UI"/>
              </a:rPr>
              <a:t> தேவால் </a:t>
            </a:r>
            <a:r>
              <a:rPr dirty="0" sz="1200" spc="-65">
                <a:latin typeface="Nirmala UI"/>
                <a:cs typeface="Nirmala UI"/>
              </a:rPr>
              <a:t>என்னன</a:t>
            </a:r>
            <a:r>
              <a:rPr dirty="0" sz="1200">
                <a:latin typeface="Nirmala UI"/>
                <a:cs typeface="Nirmala UI"/>
              </a:rPr>
              <a:t> </a:t>
            </a:r>
            <a:r>
              <a:rPr dirty="0" sz="1200" spc="114">
                <a:latin typeface="Nirmala UI"/>
                <a:cs typeface="Nirmala UI"/>
              </a:rPr>
              <a:t>நடத்Fம்</a:t>
            </a:r>
            <a:endParaRPr sz="1200">
              <a:latin typeface="Nirmala UI"/>
              <a:cs typeface="Nirmala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221" y="10077920"/>
                </a:moveTo>
                <a:lnTo>
                  <a:pt x="6946138" y="10077920"/>
                </a:lnTo>
                <a:lnTo>
                  <a:pt x="6096" y="10077920"/>
                </a:lnTo>
                <a:lnTo>
                  <a:pt x="0" y="10077920"/>
                </a:lnTo>
                <a:lnTo>
                  <a:pt x="0" y="10084003"/>
                </a:lnTo>
                <a:lnTo>
                  <a:pt x="6096" y="10084003"/>
                </a:lnTo>
                <a:lnTo>
                  <a:pt x="6946138" y="10084003"/>
                </a:lnTo>
                <a:lnTo>
                  <a:pt x="6952221" y="10084003"/>
                </a:lnTo>
                <a:lnTo>
                  <a:pt x="6952221" y="10077920"/>
                </a:lnTo>
                <a:close/>
              </a:path>
              <a:path w="6952615" h="10084435">
                <a:moveTo>
                  <a:pt x="6952221" y="0"/>
                </a:moveTo>
                <a:lnTo>
                  <a:pt x="694613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10077907"/>
                </a:lnTo>
                <a:lnTo>
                  <a:pt x="6096" y="10077907"/>
                </a:lnTo>
                <a:lnTo>
                  <a:pt x="6096" y="6096"/>
                </a:lnTo>
                <a:lnTo>
                  <a:pt x="6946138" y="6096"/>
                </a:lnTo>
                <a:lnTo>
                  <a:pt x="6946138" y="10077907"/>
                </a:lnTo>
                <a:lnTo>
                  <a:pt x="6952221" y="10077907"/>
                </a:lnTo>
                <a:lnTo>
                  <a:pt x="6952221" y="6096"/>
                </a:lnTo>
                <a:lnTo>
                  <a:pt x="6952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Elavarasi M</dc:creator>
  <dcterms:created xsi:type="dcterms:W3CDTF">2026-08-27T04:34:58Z</dcterms:created>
  <dcterms:modified xsi:type="dcterms:W3CDTF">2026-08-27T04:34:58Z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2026-08-27T00:00:00Z</vt:filetime>
  </property>
  <property fmtid="{D5CDD505-2E9C-101B-9397-08002B2CF9AE}" pid="6" name="Producer">
    <vt:lpwstr>Microsoft® Word 2021</vt:lpwstr>
  </property>
</Properties>
</file>